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bOkXI4sff8R7dySuNQhMfClx3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c519a3edf4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c519a3edf4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e99e29e5c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ce99e29e5c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 txBox="1"/>
          <p:nvPr>
            <p:ph type="ctrTitle"/>
          </p:nvPr>
        </p:nvSpPr>
        <p:spPr>
          <a:xfrm>
            <a:off x="613806" y="993183"/>
            <a:ext cx="4471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9813"/>
              </a:buClr>
              <a:buSzPts val="4500"/>
              <a:buFont typeface="Arial"/>
              <a:buNone/>
              <a:defRPr sz="4500">
                <a:solidFill>
                  <a:srgbClr val="CB981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613806" y="2852939"/>
            <a:ext cx="447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628650" y="13692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2" type="body"/>
          </p:nvPr>
        </p:nvSpPr>
        <p:spPr>
          <a:xfrm>
            <a:off x="4629150" y="13692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1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1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7" name="Google Shape;67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" type="body"/>
          </p:nvPr>
        </p:nvSpPr>
        <p:spPr>
          <a:xfrm rot="5400000">
            <a:off x="2940300" y="-942430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9.jpg"/><Relationship Id="rId5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6.jpg"/><Relationship Id="rId5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1.jpg"/><Relationship Id="rId5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56950" y="852275"/>
            <a:ext cx="47589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50"/>
              <a:buNone/>
            </a:pPr>
            <a:r>
              <a:rPr lang="en-GB" sz="2900">
                <a:latin typeface="Calibri"/>
                <a:ea typeface="Calibri"/>
                <a:cs typeface="Calibri"/>
                <a:sym typeface="Calibri"/>
              </a:rPr>
              <a:t>Альтернативные QR-кода.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50"/>
              <a:buNone/>
            </a:pPr>
            <a:r>
              <a:rPr lang="en-GB" sz="2900">
                <a:latin typeface="Calibri"/>
                <a:ea typeface="Calibri"/>
                <a:cs typeface="Calibri"/>
                <a:sym typeface="Calibri"/>
              </a:rPr>
              <a:t>Разработка концепции CF-кодов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56950" y="2910128"/>
            <a:ext cx="37062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74A"/>
              </a:buClr>
              <a:buSzPts val="1800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Выполнил: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74A"/>
              </a:buClr>
              <a:buSzPts val="1800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Туйзюков Артур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Руководитель: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74A"/>
              </a:buClr>
              <a:buSzPts val="1800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Бобкова Анастасия Алексеевна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858892" y="4667249"/>
            <a:ext cx="914399" cy="304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28650" y="373269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Цель и задачи:</a:t>
            </a:r>
            <a:endParaRPr sz="3000"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1084025" y="1322850"/>
            <a:ext cx="4797300" cy="2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50" spcFirstLastPara="1" rIns="68550" wrap="square" tIns="342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1" lang="en-GB" sz="1800"/>
              <a:t>Цель:</a:t>
            </a:r>
            <a:r>
              <a:rPr lang="en-GB" sz="1800"/>
              <a:t> рассмотреть возможности применения альтернативных QR-кодов, разработать концепцию CF-кодов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1" lang="en-GB" sz="1800"/>
              <a:t>Задачи: </a:t>
            </a:r>
            <a:endParaRPr b="1" sz="1800"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/>
              <a:t>Изучение принципов работы QR-кодов</a:t>
            </a:r>
            <a:endParaRPr sz="1800"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/>
              <a:t>Рассмотрение возможности применения </a:t>
            </a:r>
            <a:r>
              <a:rPr lang="en-GB" sz="1800"/>
              <a:t>альтернативных</a:t>
            </a:r>
            <a:r>
              <a:rPr lang="en-GB" sz="1800"/>
              <a:t> QR-кодов</a:t>
            </a:r>
            <a:endParaRPr sz="1800"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/>
              <a:t>Разработка концепции CF-кодов</a:t>
            </a:r>
            <a:endParaRPr sz="180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9697" y="957981"/>
            <a:ext cx="3475848" cy="358813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1138150" y="2788050"/>
            <a:ext cx="1076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138150" y="3257850"/>
            <a:ext cx="38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38150" y="3719550"/>
            <a:ext cx="17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519a3edf4_0_3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История создания QR-кода</a:t>
            </a:r>
            <a:endParaRPr/>
          </a:p>
        </p:txBody>
      </p:sp>
      <p:sp>
        <p:nvSpPr>
          <p:cNvPr id="104" name="Google Shape;104;g2c519a3edf4_0_3"/>
          <p:cNvSpPr txBox="1"/>
          <p:nvPr>
            <p:ph idx="1" type="body"/>
          </p:nvPr>
        </p:nvSpPr>
        <p:spPr>
          <a:xfrm>
            <a:off x="628650" y="4101245"/>
            <a:ext cx="7886700" cy="101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33333"/>
                </a:solidFill>
              </a:rPr>
              <a:t>Масахиро Хара, с</a:t>
            </a:r>
            <a:r>
              <a:rPr lang="en-GB" sz="2400"/>
              <a:t>оздатель QR-кода</a:t>
            </a:r>
            <a:endParaRPr sz="2400"/>
          </a:p>
        </p:txBody>
      </p:sp>
      <p:pic>
        <p:nvPicPr>
          <p:cNvPr id="105" name="Google Shape;105;g2c519a3edf4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037" y="1055863"/>
            <a:ext cx="5467926" cy="27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628650" y="409719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QR-код и принцип его работы</a:t>
            </a:r>
            <a:endParaRPr sz="3000"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89700" y="1319625"/>
            <a:ext cx="54102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179999" lvl="0" marL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8541"/>
              <a:buNone/>
            </a:pPr>
            <a:r>
              <a:rPr lang="en-GB" sz="2300"/>
              <a:t>QR-код — двумерный тип штриховых кодов, который хранит информацию в виде серии пикселей в квадратной сетке, которая внешне выглядит как черно-белый узор</a:t>
            </a:r>
            <a:endParaRPr sz="2300"/>
          </a:p>
          <a:p>
            <a:pPr indent="179999" lvl="0" marL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47443"/>
              <a:buFont typeface="Arial"/>
              <a:buNone/>
            </a:pPr>
            <a:r>
              <a:rPr lang="en-GB" sz="2300"/>
              <a:t>Узор QR-кода хранит зашифрованную последовательность данных в двоичном формате в виде матрицы. QR-код имеет поисковый узор для считывающего сканера, полосы синхронизации, маркер версии и блоки исправления ошибок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6021"/>
              <a:buNone/>
            </a:pPr>
            <a:r>
              <a:t/>
            </a:r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625" y="1468100"/>
            <a:ext cx="2321150" cy="23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Альтернативные вариации QR-кода</a:t>
            </a:r>
            <a:endParaRPr sz="300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0074" y="975075"/>
            <a:ext cx="1636524" cy="1571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225" y="2318399"/>
            <a:ext cx="2628025" cy="26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0075" y="2814125"/>
            <a:ext cx="1636525" cy="16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893825" y="1446350"/>
            <a:ext cx="1302300" cy="507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Aztec код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66375" y="3378438"/>
            <a:ext cx="1357200" cy="507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QR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841150" y="1506663"/>
            <a:ext cx="130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4919900" y="3378438"/>
            <a:ext cx="114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CQR код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5700" y="975075"/>
            <a:ext cx="1571076" cy="157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e99e29e5c_0_0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Телеграм бот для CF-кодов</a:t>
            </a:r>
            <a:endParaRPr/>
          </a:p>
        </p:txBody>
      </p:sp>
      <p:sp>
        <p:nvSpPr>
          <p:cNvPr id="131" name="Google Shape;131;g2ce99e29e5c_0_0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g2ce99e29e5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116" y="1150525"/>
            <a:ext cx="1481775" cy="321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ce99e29e5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475" y="1150525"/>
            <a:ext cx="1481775" cy="3214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ce99e29e5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2775" y="1150536"/>
            <a:ext cx="1481775" cy="3214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594800" y="402419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Внешнее устройство CF-кода</a:t>
            </a:r>
            <a:endParaRPr sz="3000"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553250" y="1524350"/>
            <a:ext cx="4238100" cy="3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269999" lvl="0" marL="0" rtl="0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CF-код подобно QR-коду представляет собой прямоугольник с ячеистым узором, для кодирования которого используется семь различных цветов. Внизу располагаются два числа, указывающие его размеры</a:t>
            </a:r>
            <a:endParaRPr sz="1800"/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314" y="1214100"/>
            <a:ext cx="3112736" cy="32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CF-код и пикселизация изображений</a:t>
            </a:r>
            <a:endParaRPr sz="3000"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94" y="1277950"/>
            <a:ext cx="2350375" cy="193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3638" y="1285113"/>
            <a:ext cx="2350375" cy="1918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275" y="1091600"/>
            <a:ext cx="2716875" cy="25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454172" y="3539625"/>
            <a:ext cx="8350713" cy="831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i="0" lang="en-GB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Отсутствие служебных элементов в узоре CF-кода позволяет ему хранить информацию в виде осмысленного изображения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Считывание CF-кода</a:t>
            </a:r>
            <a:endParaRPr sz="3000"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393615" y="3410896"/>
            <a:ext cx="8411269" cy="14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Считывание происходит путем бинаризации изображения, поиска контуров и определения цветов в узлах сетки, считающейся в соответствии с размерами CF-кода</a:t>
            </a:r>
            <a:endParaRPr/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185075"/>
            <a:ext cx="1866425" cy="195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6125" y="1103625"/>
            <a:ext cx="1971967" cy="20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7100" y="1155601"/>
            <a:ext cx="1922275" cy="201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/>
              <a:t>Определение цвета</a:t>
            </a:r>
            <a:endParaRPr sz="3000"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466286" y="3562546"/>
            <a:ext cx="82113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Определение цвета происходит с помощью разложения изображения на три спектра (красный, зеленый и синий) и их дальнейшего анализа</a:t>
            </a:r>
            <a:endParaRPr/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248825"/>
            <a:ext cx="1989799" cy="208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6774" y="1289950"/>
            <a:ext cx="1950450" cy="20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4899" y="1289950"/>
            <a:ext cx="1950446" cy="20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type="title"/>
          </p:nvPr>
        </p:nvSpPr>
        <p:spPr>
          <a:xfrm>
            <a:off x="933975" y="519425"/>
            <a:ext cx="41961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6666"/>
              <a:buNone/>
            </a:pPr>
            <a:r>
              <a:rPr lang="en-GB" sz="3000"/>
              <a:t>Итоги проделанной работы</a:t>
            </a:r>
            <a:r>
              <a:rPr lang="en-GB" sz="3000"/>
              <a:t> </a:t>
            </a:r>
            <a:endParaRPr sz="3000"/>
          </a:p>
        </p:txBody>
      </p:sp>
      <p:sp>
        <p:nvSpPr>
          <p:cNvPr id="174" name="Google Shape;174;p10"/>
          <p:cNvSpPr txBox="1"/>
          <p:nvPr>
            <p:ph idx="1" type="body"/>
          </p:nvPr>
        </p:nvSpPr>
        <p:spPr>
          <a:xfrm>
            <a:off x="751225" y="1767500"/>
            <a:ext cx="5021700" cy="2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Концепция CF-кодов реализована в рамках телеграм бота, умеющего считывать и различными способами создавать CF-кода, их изменять и удалять. Для функционирования бота также реализована работа с базой данных</a:t>
            </a:r>
            <a:endParaRPr/>
          </a:p>
        </p:txBody>
      </p:sp>
      <p:pic>
        <p:nvPicPr>
          <p:cNvPr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925" y="519425"/>
            <a:ext cx="2051875" cy="42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idx="1" type="body"/>
          </p:nvPr>
        </p:nvSpPr>
        <p:spPr>
          <a:xfrm>
            <a:off x="628650" y="201545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50" spcFirstLastPara="1" rIns="68550" wrap="square" tIns="34250">
            <a:normAutofit/>
          </a:bodyPr>
          <a:lstStyle/>
          <a:p>
            <a:pPr indent="0" lvl="0" marL="139699" marR="0" rtl="0" algn="ctr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3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9B810"/>
      </a:accent1>
      <a:accent2>
        <a:srgbClr val="6C7074"/>
      </a:accent2>
      <a:accent3>
        <a:srgbClr val="BBA894"/>
      </a:accent3>
      <a:accent4>
        <a:srgbClr val="FFC000"/>
      </a:accent4>
      <a:accent5>
        <a:srgbClr val="8B653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